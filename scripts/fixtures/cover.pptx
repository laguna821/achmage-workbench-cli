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ACB029F-B8A8-4463-9CF5-51C893A30D4E}"/>
              </a:ext>
            </a:extLst>
          </p:cNvPr>
          <p:cNvSpPr txBox="1"/>
          <p:nvPr/>
        </p:nvSpPr>
        <p:spPr>
          <a:xfrm>
            <a:off x="914400" y="1600000"/>
            <a:ext cx="10363200" cy="13716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sz="5400" b="1"/>
              <a:t>가을 특강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0057F19-AE5D-4A5B-91EA-8B97BAB5FD3A}"/>
              </a:ext>
            </a:extLst>
          </p:cNvPr>
          <p:cNvSpPr txBox="1"/>
          <p:nvPr/>
        </p:nvSpPr>
        <p:spPr>
          <a:xfrm>
            <a:off x="914400" y="3300000"/>
            <a:ext cx="10363200" cy="9144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sz="2800"/>
              <a:t>질문에서 시작하는 글쓰기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맑은 고딕"/>
        <a:font script="Hans" typeface="等线"/>
        <a:font script="Hant" typeface="新細明體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等线"/>
        <a:font script="Hant" typeface="新細明體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